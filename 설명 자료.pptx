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6" r:id="rId6"/>
    <p:sldId id="261" r:id="rId7"/>
    <p:sldId id="262" r:id="rId8"/>
    <p:sldId id="264" r:id="rId9"/>
    <p:sldId id="265" r:id="rId10"/>
    <p:sldId id="257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735" autoAdjust="0"/>
  </p:normalViewPr>
  <p:slideViewPr>
    <p:cSldViewPr snapToGrid="0">
      <p:cViewPr varScale="1">
        <p:scale>
          <a:sx n="119" d="100"/>
          <a:sy n="119" d="100"/>
        </p:scale>
        <p:origin x="58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7761D2-F0AC-0163-6273-CF05DD0266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6EFFC9-7CEE-6A66-C1D2-DA89F6CC84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9CC48B-A136-EDA0-AD6B-A73792FC5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C75935-FCEF-7F95-794B-6D61035FA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100E1D-02B6-3F5B-4417-9E7A02CBD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6058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4EC5AA-A1E5-C277-DC6E-FF13AF24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B1B763-D39F-0AD5-99FB-CD0D11E965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345C9-4A68-C529-D8F9-C9E3FE9C3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36D103-FCEA-BCD1-438D-7ED211B40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EE09BB-2A5F-ED39-4D75-03A50AA4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12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1E9EF4-0A2C-23E2-A199-5E192101C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6D73BA-D4AA-6BD3-E274-F770539E6C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E2CA73-2D45-0B61-5DA3-1E3E1B4C1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7AEF75-638D-BEA1-E995-C5508C943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286C38-6D52-81DA-2EF1-208ED16FB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635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1FDEC-1D3C-EBCE-516D-03AF37B72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62C3D9-7EB6-7092-853F-C985E8785A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4DF2254-143C-EBDC-47C1-2F05ACB599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DF180F-BC9A-AB1D-FF55-41CF218A7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97AF71-C2C6-F52B-049A-9DD34DE1E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19CD43-1D72-A1F9-AC18-7F30377F7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5752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ACA0D1-E349-A800-F349-82CD833A2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1BF3F65-EED6-95FD-8412-F74A6BF2EA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40D665-EA0E-BAB1-3195-AAEE59AD68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D601D96-2521-8BCF-2E6B-B0E337E374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4B2F9B-2790-0179-05A3-A2965EA58F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13C7558-FCA5-95F5-1A3A-092D8A9F5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F589628-6B1C-210A-C00F-D71DB71A7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D49BDCA-C73B-E93C-83C8-C5D2890E4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0441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A12D1F-F694-2CDD-B769-6D2ED055A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C73DE8C-AE51-E740-497E-BCF4651D9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63ACD2-115C-7439-0B4A-905F6580F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8B5339-0542-1D6D-B997-0D958A001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469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8E2AC5E-C49F-4253-A178-BD45FF9A4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FC39AE1-E31D-6F94-6FD0-AF161C571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C1F66A-E4CE-B2AB-4EBC-2F2F45EAB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9134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88A2E-08B4-B58E-AB7D-0D02C4D4A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DDB9E9-9B3D-6494-A051-BCD0B172F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7A4FF8-712C-6299-30FA-707C8D424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ED4B636-EF88-5387-B439-0182F1F9C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E26036-5CF1-286E-3F94-DA96B2B2D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26EB069-69C3-DA1E-D89C-E90AAA29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8823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6CB7FE-BE24-D838-E875-621371BFB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209DEE-BEBB-4A34-F2F6-C47613CB5E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41C7FB7-6029-9F14-7CDA-AF1B59C3B8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1CA436-620A-C2E7-502B-059B3FF56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415BADD-16FC-C147-519F-B205987F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852F8D1-62DD-4A19-E6C3-943E59517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455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EC4C3-562E-170D-119E-2CF5CC3CC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D5BABD-827A-3639-942D-6FE63EB673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9747E6-0F65-C7E4-11C5-50D262C90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5319D8-0B9E-7596-090C-40BC7F941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C1F260-E29D-C95B-5200-DB409D2F9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558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738F9AE-806A-3D98-B53C-9911CE7FE6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B37603-9F82-D5CB-8192-F5AA6181F4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115B2C-624A-A39A-B22B-714BEA519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82B030-8973-E610-0C14-BC9527D4F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94802-D3E0-82B0-A3BA-5A28DCD7B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461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CFAC943-5C84-9FC2-3333-39317B3CD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B8464D-76D9-DFC4-865D-DF4E7485D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1612FB-67F7-3012-8B42-03C6083C53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D412FF-41F6-4BB8-AE3B-B0C3B38C0EEC}" type="datetimeFigureOut">
              <a:rPr lang="ko-KR" altLang="en-US" smtClean="0"/>
              <a:t>25-03-20(Thu)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DB721C-C690-8BE5-D79D-6A44D73F9D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D0CCBC-E622-20F0-8207-0BDE1A8BC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4B3C2F-A0C7-462D-9EA3-9DEE1646CB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00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D8F02B-EFF9-5D05-DEA4-82C8EE4CE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111" y="341193"/>
            <a:ext cx="3417961" cy="59919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16E02D-8621-E759-B865-3A3067B9CE2E}"/>
              </a:ext>
            </a:extLst>
          </p:cNvPr>
          <p:cNvSpPr txBox="1"/>
          <p:nvPr/>
        </p:nvSpPr>
        <p:spPr>
          <a:xfrm>
            <a:off x="776069" y="6455391"/>
            <a:ext cx="2129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Game Widget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78AF293-B7CD-47E0-6446-C8F67DD6B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988" y="298264"/>
            <a:ext cx="1914792" cy="74305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91C5D7-37B6-66F8-721A-AA787DB89CE1}"/>
              </a:ext>
            </a:extLst>
          </p:cNvPr>
          <p:cNvSpPr txBox="1"/>
          <p:nvPr/>
        </p:nvSpPr>
        <p:spPr>
          <a:xfrm>
            <a:off x="4023358" y="1161843"/>
            <a:ext cx="2958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플레이어의 남은 턴 표시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A74476A-F07B-D453-919A-1FEDD8B001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0348" y="341193"/>
            <a:ext cx="1038370" cy="6858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E21F66-F5EA-CBC2-22C9-2BBC4B48075C}"/>
              </a:ext>
            </a:extLst>
          </p:cNvPr>
          <p:cNvSpPr txBox="1"/>
          <p:nvPr/>
        </p:nvSpPr>
        <p:spPr>
          <a:xfrm>
            <a:off x="6697770" y="1161843"/>
            <a:ext cx="2083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제출 결과 표시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75B6B08-720C-8113-AD96-70A2448547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2069" y="317481"/>
            <a:ext cx="1009791" cy="7716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842267-0A3F-FC7C-105F-A4EE208C0F6B}"/>
              </a:ext>
            </a:extLst>
          </p:cNvPr>
          <p:cNvSpPr txBox="1"/>
          <p:nvPr/>
        </p:nvSpPr>
        <p:spPr>
          <a:xfrm>
            <a:off x="9440090" y="1154560"/>
            <a:ext cx="2233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남은 턴 시간 표시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76C8907-F8A3-AACE-850F-55880DD37F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061" y="2030917"/>
            <a:ext cx="3106287" cy="1306266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6C30E4E-2BE7-4152-2132-FD32A6776B9F}"/>
              </a:ext>
            </a:extLst>
          </p:cNvPr>
          <p:cNvCxnSpPr/>
          <p:nvPr/>
        </p:nvCxnSpPr>
        <p:spPr>
          <a:xfrm>
            <a:off x="7220348" y="2279469"/>
            <a:ext cx="8524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E2E95A9F-548A-527D-980D-CAC351AE3724}"/>
              </a:ext>
            </a:extLst>
          </p:cNvPr>
          <p:cNvCxnSpPr/>
          <p:nvPr/>
        </p:nvCxnSpPr>
        <p:spPr>
          <a:xfrm>
            <a:off x="7220348" y="3058886"/>
            <a:ext cx="8524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4BAB894-D32F-1984-E022-FDCF8C3D0F73}"/>
              </a:ext>
            </a:extLst>
          </p:cNvPr>
          <p:cNvSpPr txBox="1"/>
          <p:nvPr/>
        </p:nvSpPr>
        <p:spPr>
          <a:xfrm>
            <a:off x="8358050" y="2094803"/>
            <a:ext cx="3254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상대 플레이어의 입력 숫자 표시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3DC6C0-AEE1-1DFD-24DE-DE605AFAD280}"/>
              </a:ext>
            </a:extLst>
          </p:cNvPr>
          <p:cNvSpPr txBox="1"/>
          <p:nvPr/>
        </p:nvSpPr>
        <p:spPr>
          <a:xfrm>
            <a:off x="7924303" y="2874220"/>
            <a:ext cx="3254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내가 입력한 숫자 표시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E10BB74C-FFC0-B935-3764-BD8F8EBD85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8512" y="3605726"/>
            <a:ext cx="2743583" cy="6763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652C405-D273-FE0A-64B9-5036F3B4AB83}"/>
              </a:ext>
            </a:extLst>
          </p:cNvPr>
          <p:cNvSpPr txBox="1"/>
          <p:nvPr/>
        </p:nvSpPr>
        <p:spPr>
          <a:xfrm>
            <a:off x="5974829" y="4982452"/>
            <a:ext cx="25944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게임 결과 표시 텍스트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004FD207-410B-4934-1D65-6CA76B3B15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8512" y="4657338"/>
            <a:ext cx="1645849" cy="84316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DCC6DAD-FE6A-0CCC-DA85-DCDE05FC0917}"/>
              </a:ext>
            </a:extLst>
          </p:cNvPr>
          <p:cNvSpPr txBox="1"/>
          <p:nvPr/>
        </p:nvSpPr>
        <p:spPr>
          <a:xfrm>
            <a:off x="7115780" y="3759244"/>
            <a:ext cx="1247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제출 버튼</a:t>
            </a:r>
          </a:p>
        </p:txBody>
      </p:sp>
    </p:spTree>
    <p:extLst>
      <p:ext uri="{BB962C8B-B14F-4D97-AF65-F5344CB8AC3E}">
        <p14:creationId xmlns:p14="http://schemas.microsoft.com/office/powerpoint/2010/main" val="1445046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4931342-4B30-5055-AF9B-05B485F4EC6D}"/>
              </a:ext>
            </a:extLst>
          </p:cNvPr>
          <p:cNvSpPr/>
          <p:nvPr/>
        </p:nvSpPr>
        <p:spPr>
          <a:xfrm flipH="1">
            <a:off x="1926770" y="2555686"/>
            <a:ext cx="1319348" cy="4280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/>
              <a:t>GameMode</a:t>
            </a:r>
            <a:endParaRPr lang="ko-KR" altLang="en-US" sz="1400" b="1" dirty="0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6C1EF87-0596-600E-1A83-74161DCB0F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455234"/>
              </p:ext>
            </p:extLst>
          </p:nvPr>
        </p:nvGraphicFramePr>
        <p:xfrm>
          <a:off x="0" y="0"/>
          <a:ext cx="12192000" cy="71120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9963753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6254522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2017772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0160428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1168781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23969212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1754655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785727870"/>
                    </a:ext>
                  </a:extLst>
                </a:gridCol>
              </a:tblGrid>
              <a:tr h="116259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44948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Client 0</a:t>
                      </a:r>
                    </a:p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(Host)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>
                          <a:highlight>
                            <a:srgbClr val="FFFF00"/>
                          </a:highlight>
                        </a:rPr>
                        <a:t>GameMode</a:t>
                      </a:r>
                      <a:endParaRPr lang="ko-KR" altLang="en-US" sz="1400" b="1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GameState</a:t>
                      </a:r>
                      <a:endParaRPr lang="ko-KR" altLang="en-US" sz="1400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PlayerController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728567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Client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GameState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7502239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9BAA9F29-FC22-8DCF-809B-71EA8597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824" y="0"/>
            <a:ext cx="10670176" cy="114300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65F0378-4BA4-B10F-EABD-4E688A540EA7}"/>
              </a:ext>
            </a:extLst>
          </p:cNvPr>
          <p:cNvSpPr txBox="1"/>
          <p:nvPr/>
        </p:nvSpPr>
        <p:spPr>
          <a:xfrm>
            <a:off x="3445099" y="2799083"/>
            <a:ext cx="753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“176”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5013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4931342-4B30-5055-AF9B-05B485F4EC6D}"/>
              </a:ext>
            </a:extLst>
          </p:cNvPr>
          <p:cNvSpPr/>
          <p:nvPr/>
        </p:nvSpPr>
        <p:spPr>
          <a:xfrm flipH="1">
            <a:off x="1926770" y="2555686"/>
            <a:ext cx="1319348" cy="4280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/>
              <a:t>GameMode</a:t>
            </a:r>
            <a:endParaRPr lang="ko-KR" altLang="en-US" sz="1400" b="1" dirty="0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6C1EF87-0596-600E-1A83-74161DCB0F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4048257"/>
              </p:ext>
            </p:extLst>
          </p:nvPr>
        </p:nvGraphicFramePr>
        <p:xfrm>
          <a:off x="0" y="0"/>
          <a:ext cx="12192000" cy="71120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9963753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6254522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2017772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0160428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1168781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23969212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1754655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785727870"/>
                    </a:ext>
                  </a:extLst>
                </a:gridCol>
              </a:tblGrid>
              <a:tr h="116259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44948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Client 0</a:t>
                      </a:r>
                    </a:p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(Host)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>
                          <a:highlight>
                            <a:srgbClr val="FFFF00"/>
                          </a:highlight>
                        </a:rPr>
                        <a:t>GameMode</a:t>
                      </a:r>
                      <a:endParaRPr lang="ko-KR" altLang="en-US" sz="1400" b="1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GameState</a:t>
                      </a:r>
                      <a:endParaRPr lang="ko-KR" altLang="en-US" sz="1400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PlayerController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728567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Client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GameState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7502239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9BAA9F29-FC22-8DCF-809B-71EA8597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824" y="0"/>
            <a:ext cx="10670176" cy="11430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68BE4DE-0154-F7BF-94C1-44BB383CD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1700011"/>
            <a:ext cx="1062218" cy="186216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6EF3C5C-2983-F3A2-A47A-795AF837F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4685763"/>
            <a:ext cx="1062218" cy="18621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8B7D48-8F32-D1CE-6AF6-B09BF6A90A5B}"/>
              </a:ext>
            </a:extLst>
          </p:cNvPr>
          <p:cNvSpPr txBox="1"/>
          <p:nvPr/>
        </p:nvSpPr>
        <p:spPr>
          <a:xfrm>
            <a:off x="3445099" y="2799083"/>
            <a:ext cx="753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“176”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1619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4931342-4B30-5055-AF9B-05B485F4EC6D}"/>
              </a:ext>
            </a:extLst>
          </p:cNvPr>
          <p:cNvSpPr/>
          <p:nvPr/>
        </p:nvSpPr>
        <p:spPr>
          <a:xfrm flipH="1">
            <a:off x="1926770" y="2555686"/>
            <a:ext cx="1319348" cy="4280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/>
              <a:t>GameMode</a:t>
            </a:r>
            <a:endParaRPr lang="ko-KR" altLang="en-US" sz="1400" b="1" dirty="0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6C1EF87-0596-600E-1A83-74161DCB0F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00773"/>
              </p:ext>
            </p:extLst>
          </p:nvPr>
        </p:nvGraphicFramePr>
        <p:xfrm>
          <a:off x="0" y="0"/>
          <a:ext cx="12192000" cy="71120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9963753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6254522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2017772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0160428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1168781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23969212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1754655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785727870"/>
                    </a:ext>
                  </a:extLst>
                </a:gridCol>
              </a:tblGrid>
              <a:tr h="116259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44948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Client 0</a:t>
                      </a:r>
                    </a:p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(Host)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>
                          <a:highlight>
                            <a:srgbClr val="FFFF00"/>
                          </a:highlight>
                        </a:rPr>
                        <a:t>GameMode</a:t>
                      </a:r>
                      <a:endParaRPr lang="ko-KR" altLang="en-US" sz="1400" b="1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GameState</a:t>
                      </a:r>
                      <a:endParaRPr lang="ko-KR" altLang="en-US" sz="1400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PlayerController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728567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Client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GameState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7502239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9BAA9F29-FC22-8DCF-809B-71EA8597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824" y="0"/>
            <a:ext cx="10670176" cy="11430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68BE4DE-0154-F7BF-94C1-44BB383CD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1700011"/>
            <a:ext cx="1062218" cy="186216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6EF3C5C-2983-F3A2-A47A-795AF837F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4685763"/>
            <a:ext cx="1062218" cy="1862160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196E6F60-9F8D-11DF-117D-159731A523AA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7592096" y="5615189"/>
            <a:ext cx="3342837" cy="16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A4352C72-5402-03DA-EA14-5BFF699068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116" y="5436228"/>
            <a:ext cx="1451851" cy="357921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EC769CF-4041-A924-326F-5A7980A7A9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5064" y="5650605"/>
            <a:ext cx="2676899" cy="27626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FE48FBF-FCC4-AFF1-FE83-6591446E5EE9}"/>
              </a:ext>
            </a:extLst>
          </p:cNvPr>
          <p:cNvSpPr txBox="1"/>
          <p:nvPr/>
        </p:nvSpPr>
        <p:spPr>
          <a:xfrm>
            <a:off x="3445099" y="2799083"/>
            <a:ext cx="753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“176”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48059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4931342-4B30-5055-AF9B-05B485F4EC6D}"/>
              </a:ext>
            </a:extLst>
          </p:cNvPr>
          <p:cNvSpPr/>
          <p:nvPr/>
        </p:nvSpPr>
        <p:spPr>
          <a:xfrm flipH="1">
            <a:off x="1926770" y="2555686"/>
            <a:ext cx="1319348" cy="4280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/>
              <a:t>GameMode</a:t>
            </a:r>
            <a:endParaRPr lang="ko-KR" altLang="en-US" sz="1400" b="1" dirty="0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6C1EF87-0596-600E-1A83-74161DCB0F90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71120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9963753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6254522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2017772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0160428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1168781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23969212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1754655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785727870"/>
                    </a:ext>
                  </a:extLst>
                </a:gridCol>
              </a:tblGrid>
              <a:tr h="116259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44948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Client 0</a:t>
                      </a:r>
                    </a:p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(Host)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>
                          <a:highlight>
                            <a:srgbClr val="FFFF00"/>
                          </a:highlight>
                        </a:rPr>
                        <a:t>GameMode</a:t>
                      </a:r>
                      <a:endParaRPr lang="ko-KR" altLang="en-US" sz="1400" b="1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GameState</a:t>
                      </a:r>
                      <a:endParaRPr lang="ko-KR" altLang="en-US" sz="1400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PlayerController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728567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Client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GameState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7502239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9BAA9F29-FC22-8DCF-809B-71EA8597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824" y="0"/>
            <a:ext cx="10670176" cy="11430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68BE4DE-0154-F7BF-94C1-44BB383CD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1700011"/>
            <a:ext cx="1062218" cy="186216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6EF3C5C-2983-F3A2-A47A-795AF837F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4685763"/>
            <a:ext cx="1062218" cy="1862160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196E6F60-9F8D-11DF-117D-159731A523AA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7592096" y="5615189"/>
            <a:ext cx="3342837" cy="16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A4352C72-5402-03DA-EA14-5BFF699068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116" y="5436228"/>
            <a:ext cx="1451851" cy="357921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EE4DDA5-ABAF-ADEA-886F-4374AB4384D8}"/>
              </a:ext>
            </a:extLst>
          </p:cNvPr>
          <p:cNvCxnSpPr>
            <a:cxnSpLocks/>
          </p:cNvCxnSpPr>
          <p:nvPr/>
        </p:nvCxnSpPr>
        <p:spPr>
          <a:xfrm flipV="1">
            <a:off x="6856912" y="3090930"/>
            <a:ext cx="0" cy="22988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FF1960E0-44F4-BF80-B26C-54418B6007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2311" y="3865570"/>
            <a:ext cx="5239481" cy="52394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AA95EED-F80E-E541-F72F-E7AFF315B2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064" y="5650605"/>
            <a:ext cx="2676899" cy="27626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EA607D1-342D-B2BA-77B6-0C50753F5D1C}"/>
              </a:ext>
            </a:extLst>
          </p:cNvPr>
          <p:cNvSpPr txBox="1"/>
          <p:nvPr/>
        </p:nvSpPr>
        <p:spPr>
          <a:xfrm>
            <a:off x="3445099" y="2799083"/>
            <a:ext cx="753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“176”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9702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4931342-4B30-5055-AF9B-05B485F4EC6D}"/>
              </a:ext>
            </a:extLst>
          </p:cNvPr>
          <p:cNvSpPr/>
          <p:nvPr/>
        </p:nvSpPr>
        <p:spPr>
          <a:xfrm flipH="1">
            <a:off x="1926770" y="2555686"/>
            <a:ext cx="1319348" cy="4280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/>
              <a:t>GameMode</a:t>
            </a:r>
            <a:endParaRPr lang="ko-KR" altLang="en-US" sz="1400" b="1" dirty="0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6C1EF87-0596-600E-1A83-74161DCB0F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328625"/>
              </p:ext>
            </p:extLst>
          </p:nvPr>
        </p:nvGraphicFramePr>
        <p:xfrm>
          <a:off x="0" y="0"/>
          <a:ext cx="12192000" cy="71120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9963753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6254522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2017772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0160428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1168781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23969212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1754655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785727870"/>
                    </a:ext>
                  </a:extLst>
                </a:gridCol>
              </a:tblGrid>
              <a:tr h="116259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44948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Client 0</a:t>
                      </a:r>
                    </a:p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(Host)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>
                          <a:highlight>
                            <a:srgbClr val="FFFF00"/>
                          </a:highlight>
                        </a:rPr>
                        <a:t>GameMode</a:t>
                      </a:r>
                      <a:endParaRPr lang="ko-KR" altLang="en-US" sz="1400" b="1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GameState</a:t>
                      </a:r>
                      <a:endParaRPr lang="ko-KR" altLang="en-US" sz="1400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PlayerController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728567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Client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GameState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7502239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9BAA9F29-FC22-8DCF-809B-71EA8597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824" y="0"/>
            <a:ext cx="10670176" cy="11430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68BE4DE-0154-F7BF-94C1-44BB383CD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1700011"/>
            <a:ext cx="1062218" cy="186216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6EF3C5C-2983-F3A2-A47A-795AF837F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4685763"/>
            <a:ext cx="1062218" cy="1862160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196E6F60-9F8D-11DF-117D-159731A523AA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7592096" y="5615189"/>
            <a:ext cx="3342837" cy="16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A4352C72-5402-03DA-EA14-5BFF699068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0116" y="5436228"/>
            <a:ext cx="1451851" cy="357921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EE4DDA5-ABAF-ADEA-886F-4374AB4384D8}"/>
              </a:ext>
            </a:extLst>
          </p:cNvPr>
          <p:cNvCxnSpPr>
            <a:cxnSpLocks/>
          </p:cNvCxnSpPr>
          <p:nvPr/>
        </p:nvCxnSpPr>
        <p:spPr>
          <a:xfrm flipV="1">
            <a:off x="6856912" y="3090930"/>
            <a:ext cx="0" cy="22988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FF1960E0-44F4-BF80-B26C-54418B6007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2311" y="3865570"/>
            <a:ext cx="5239481" cy="52394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AA95EED-F80E-E541-F72F-E7AFF315B2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064" y="5650605"/>
            <a:ext cx="2676899" cy="27626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EA607D1-342D-B2BA-77B6-0C50753F5D1C}"/>
              </a:ext>
            </a:extLst>
          </p:cNvPr>
          <p:cNvSpPr txBox="1"/>
          <p:nvPr/>
        </p:nvSpPr>
        <p:spPr>
          <a:xfrm>
            <a:off x="3445099" y="2799083"/>
            <a:ext cx="753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“176”</a:t>
            </a:r>
            <a:endParaRPr lang="ko-KR" altLang="en-US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1A08CB0-65A3-17FE-3D32-5F46A2F1B3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016" y="1751920"/>
            <a:ext cx="7411484" cy="400106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1BD0F01-6A64-8DCB-6CD0-3A66D5D519CB}"/>
              </a:ext>
            </a:extLst>
          </p:cNvPr>
          <p:cNvCxnSpPr/>
          <p:nvPr/>
        </p:nvCxnSpPr>
        <p:spPr>
          <a:xfrm flipH="1" flipV="1">
            <a:off x="2897746" y="2714328"/>
            <a:ext cx="3258355" cy="847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0929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4931342-4B30-5055-AF9B-05B485F4EC6D}"/>
              </a:ext>
            </a:extLst>
          </p:cNvPr>
          <p:cNvSpPr/>
          <p:nvPr/>
        </p:nvSpPr>
        <p:spPr>
          <a:xfrm flipH="1">
            <a:off x="1926770" y="2555686"/>
            <a:ext cx="1319348" cy="4280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/>
              <a:t>GameMode</a:t>
            </a:r>
            <a:endParaRPr lang="ko-KR" altLang="en-US" sz="1400" b="1" dirty="0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6C1EF87-0596-600E-1A83-74161DCB0F90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71120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9963753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6254522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2017772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0160428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1168781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23969212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1754655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785727870"/>
                    </a:ext>
                  </a:extLst>
                </a:gridCol>
              </a:tblGrid>
              <a:tr h="116259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44948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Client 0</a:t>
                      </a:r>
                    </a:p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(Host)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>
                          <a:highlight>
                            <a:srgbClr val="FFFF00"/>
                          </a:highlight>
                        </a:rPr>
                        <a:t>GameMode</a:t>
                      </a:r>
                      <a:endParaRPr lang="ko-KR" altLang="en-US" sz="1400" b="1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GameState</a:t>
                      </a:r>
                      <a:endParaRPr lang="ko-KR" altLang="en-US" sz="1400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PlayerController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728567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Client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GameState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7502239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9BAA9F29-FC22-8DCF-809B-71EA8597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824" y="0"/>
            <a:ext cx="10670176" cy="11430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68BE4DE-0154-F7BF-94C1-44BB383CD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1700011"/>
            <a:ext cx="1062218" cy="186216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6EF3C5C-2983-F3A2-A47A-795AF837F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4685763"/>
            <a:ext cx="1062218" cy="18621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FCA94B-E990-2D52-81D2-EE2525F1EAD8}"/>
              </a:ext>
            </a:extLst>
          </p:cNvPr>
          <p:cNvSpPr txBox="1"/>
          <p:nvPr/>
        </p:nvSpPr>
        <p:spPr>
          <a:xfrm>
            <a:off x="1668647" y="2799083"/>
            <a:ext cx="1236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판단중</a:t>
            </a:r>
            <a:r>
              <a:rPr lang="en-US" altLang="ko-KR" dirty="0"/>
              <a:t>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33B08A-63C3-F389-0F73-9FAA83E9B83D}"/>
              </a:ext>
            </a:extLst>
          </p:cNvPr>
          <p:cNvSpPr txBox="1"/>
          <p:nvPr/>
        </p:nvSpPr>
        <p:spPr>
          <a:xfrm>
            <a:off x="3445099" y="2799083"/>
            <a:ext cx="753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“176”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62873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4931342-4B30-5055-AF9B-05B485F4EC6D}"/>
              </a:ext>
            </a:extLst>
          </p:cNvPr>
          <p:cNvSpPr/>
          <p:nvPr/>
        </p:nvSpPr>
        <p:spPr>
          <a:xfrm flipH="1">
            <a:off x="1926770" y="2555686"/>
            <a:ext cx="1319348" cy="4280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/>
              <a:t>GameMode</a:t>
            </a:r>
            <a:endParaRPr lang="ko-KR" altLang="en-US" sz="1400" b="1" dirty="0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6C1EF87-0596-600E-1A83-74161DCB0F90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71120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9963753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6254522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2017772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0160428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1168781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23969212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1754655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785727870"/>
                    </a:ext>
                  </a:extLst>
                </a:gridCol>
              </a:tblGrid>
              <a:tr h="116259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44948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Client 0</a:t>
                      </a:r>
                    </a:p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(Host)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>
                          <a:highlight>
                            <a:srgbClr val="FFFF00"/>
                          </a:highlight>
                        </a:rPr>
                        <a:t>GameMode</a:t>
                      </a:r>
                      <a:endParaRPr lang="ko-KR" altLang="en-US" sz="1400" b="1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GameState</a:t>
                      </a:r>
                      <a:endParaRPr lang="ko-KR" altLang="en-US" sz="1400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PlayerController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728567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Client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GameState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7502239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9BAA9F29-FC22-8DCF-809B-71EA8597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824" y="0"/>
            <a:ext cx="10670176" cy="11430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68BE4DE-0154-F7BF-94C1-44BB383CD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1700011"/>
            <a:ext cx="1062218" cy="186216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6EF3C5C-2983-F3A2-A47A-795AF837F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4685763"/>
            <a:ext cx="1062218" cy="18621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FCA94B-E990-2D52-81D2-EE2525F1EAD8}"/>
              </a:ext>
            </a:extLst>
          </p:cNvPr>
          <p:cNvSpPr txBox="1"/>
          <p:nvPr/>
        </p:nvSpPr>
        <p:spPr>
          <a:xfrm>
            <a:off x="1668647" y="2799083"/>
            <a:ext cx="1236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1S1B!</a:t>
            </a:r>
          </a:p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33B08A-63C3-F389-0F73-9FAA83E9B83D}"/>
              </a:ext>
            </a:extLst>
          </p:cNvPr>
          <p:cNvSpPr txBox="1"/>
          <p:nvPr/>
        </p:nvSpPr>
        <p:spPr>
          <a:xfrm>
            <a:off x="3445099" y="2799083"/>
            <a:ext cx="753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“176”</a:t>
            </a:r>
            <a:endParaRPr lang="ko-KR" altLang="en-US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C8D51AA-639F-C94F-951F-EBC523795FF8}"/>
              </a:ext>
            </a:extLst>
          </p:cNvPr>
          <p:cNvCxnSpPr>
            <a:cxnSpLocks/>
          </p:cNvCxnSpPr>
          <p:nvPr/>
        </p:nvCxnSpPr>
        <p:spPr>
          <a:xfrm flipV="1">
            <a:off x="2691685" y="2390239"/>
            <a:ext cx="3404315" cy="6427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1140A620-9DE7-9915-0871-89319EB8D572}"/>
              </a:ext>
            </a:extLst>
          </p:cNvPr>
          <p:cNvCxnSpPr>
            <a:cxnSpLocks/>
          </p:cNvCxnSpPr>
          <p:nvPr/>
        </p:nvCxnSpPr>
        <p:spPr>
          <a:xfrm>
            <a:off x="2678806" y="3045854"/>
            <a:ext cx="3417194" cy="2434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903C7F62-9B17-ACD5-FA59-12CB0E4B7A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8210" y="1601410"/>
            <a:ext cx="7192379" cy="52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150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4931342-4B30-5055-AF9B-05B485F4EC6D}"/>
              </a:ext>
            </a:extLst>
          </p:cNvPr>
          <p:cNvSpPr/>
          <p:nvPr/>
        </p:nvSpPr>
        <p:spPr>
          <a:xfrm flipH="1">
            <a:off x="1926770" y="2555686"/>
            <a:ext cx="1319348" cy="4280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/>
              <a:t>GameMode</a:t>
            </a:r>
            <a:endParaRPr lang="ko-KR" altLang="en-US" sz="1400" b="1" dirty="0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6C1EF87-0596-600E-1A83-74161DCB0F90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0" cy="71120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9963753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6254522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20177725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701604285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1168781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23969212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41754655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785727870"/>
                    </a:ext>
                  </a:extLst>
                </a:gridCol>
              </a:tblGrid>
              <a:tr h="116259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44948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Client 0</a:t>
                      </a:r>
                    </a:p>
                    <a:p>
                      <a:pPr algn="ctr" latinLnBrk="1"/>
                      <a:r>
                        <a:rPr lang="en-US" altLang="ko-KR" dirty="0">
                          <a:highlight>
                            <a:srgbClr val="FFFF00"/>
                          </a:highlight>
                        </a:rPr>
                        <a:t>(Host)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>
                          <a:highlight>
                            <a:srgbClr val="FFFF00"/>
                          </a:highlight>
                        </a:rPr>
                        <a:t>GameMode</a:t>
                      </a:r>
                      <a:endParaRPr lang="ko-KR" altLang="en-US" sz="1400" b="1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GameState</a:t>
                      </a:r>
                      <a:endParaRPr lang="ko-KR" altLang="en-US" sz="1400" dirty="0">
                        <a:highlight>
                          <a:srgbClr val="FFFF00"/>
                        </a:highlight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PlayerController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728567"/>
                  </a:ext>
                </a:extLst>
              </a:tr>
              <a:tr h="297474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Client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GameState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highlight>
                            <a:srgbClr val="FFFF00"/>
                          </a:highlight>
                        </a:rPr>
                        <a:t>PlayerState</a:t>
                      </a:r>
                      <a:endParaRPr lang="en-US" altLang="ko-KR" sz="1400" dirty="0">
                        <a:highlight>
                          <a:srgbClr val="FFFF00"/>
                        </a:highlight>
                      </a:endParaRP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 err="1"/>
                        <a:t>PlayerState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err="1"/>
                        <a:t>PlayerController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>
                          <a:highlight>
                            <a:srgbClr val="FFFF00"/>
                          </a:highlight>
                        </a:rPr>
                        <a:t>(Client 0)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Pawn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HUD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Widget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(Client 1)</a:t>
                      </a:r>
                      <a:endParaRPr lang="ko-KR" altLang="en-US" sz="1400" dirty="0"/>
                    </a:p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7502239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9BAA9F29-FC22-8DCF-809B-71EA8597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824" y="0"/>
            <a:ext cx="10670176" cy="11430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68BE4DE-0154-F7BF-94C1-44BB383CD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1700011"/>
            <a:ext cx="1062218" cy="186216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6EF3C5C-2983-F3A2-A47A-795AF837F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933" y="4685763"/>
            <a:ext cx="1062218" cy="18621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FCA94B-E990-2D52-81D2-EE2525F1EAD8}"/>
              </a:ext>
            </a:extLst>
          </p:cNvPr>
          <p:cNvSpPr txBox="1"/>
          <p:nvPr/>
        </p:nvSpPr>
        <p:spPr>
          <a:xfrm>
            <a:off x="1668647" y="2799083"/>
            <a:ext cx="1236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1S1B!</a:t>
            </a:r>
          </a:p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33B08A-63C3-F389-0F73-9FAA83E9B83D}"/>
              </a:ext>
            </a:extLst>
          </p:cNvPr>
          <p:cNvSpPr txBox="1"/>
          <p:nvPr/>
        </p:nvSpPr>
        <p:spPr>
          <a:xfrm>
            <a:off x="3445099" y="2799083"/>
            <a:ext cx="753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“176”</a:t>
            </a:r>
            <a:endParaRPr lang="ko-KR" altLang="en-US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C8D51AA-639F-C94F-951F-EBC523795FF8}"/>
              </a:ext>
            </a:extLst>
          </p:cNvPr>
          <p:cNvCxnSpPr>
            <a:cxnSpLocks/>
          </p:cNvCxnSpPr>
          <p:nvPr/>
        </p:nvCxnSpPr>
        <p:spPr>
          <a:xfrm flipV="1">
            <a:off x="2691685" y="2390239"/>
            <a:ext cx="3404315" cy="6427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1140A620-9DE7-9915-0871-89319EB8D572}"/>
              </a:ext>
            </a:extLst>
          </p:cNvPr>
          <p:cNvCxnSpPr>
            <a:cxnSpLocks/>
          </p:cNvCxnSpPr>
          <p:nvPr/>
        </p:nvCxnSpPr>
        <p:spPr>
          <a:xfrm>
            <a:off x="2678806" y="3045854"/>
            <a:ext cx="3417194" cy="2434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903C7F62-9B17-ACD5-FA59-12CB0E4B7A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8210" y="1601410"/>
            <a:ext cx="7192379" cy="523948"/>
          </a:xfrm>
          <a:prstGeom prst="rect">
            <a:avLst/>
          </a:prstGeom>
        </p:spPr>
      </p:pic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A9F0F47-127B-5AEC-5472-8D42F4B58A0A}"/>
              </a:ext>
            </a:extLst>
          </p:cNvPr>
          <p:cNvCxnSpPr/>
          <p:nvPr/>
        </p:nvCxnSpPr>
        <p:spPr>
          <a:xfrm flipV="1">
            <a:off x="7592096" y="4893972"/>
            <a:ext cx="3689797" cy="7340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39E9816-01E7-A933-31D2-5E688764B756}"/>
              </a:ext>
            </a:extLst>
          </p:cNvPr>
          <p:cNvCxnSpPr/>
          <p:nvPr/>
        </p:nvCxnSpPr>
        <p:spPr>
          <a:xfrm flipV="1">
            <a:off x="7592096" y="1867437"/>
            <a:ext cx="3689797" cy="5228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8010D5D5-3787-84C8-854F-8C8AA20407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5200" y="3818902"/>
            <a:ext cx="6354062" cy="28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586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5C70C2-895E-9E7A-070E-EF28ACEEA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18C69F-B139-E1BF-C972-EDD5891D9C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EB2FD8A-0E05-25BF-D46F-AE102128F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993"/>
            <a:ext cx="12192000" cy="6704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4633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조선일보명조"/>
        <a:ea typeface="조선일보명조"/>
        <a:cs typeface=""/>
      </a:majorFont>
      <a:minorFont>
        <a:latin typeface="조선일보명조"/>
        <a:ea typeface="조선일보명조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rgbClr val="FF0000"/>
          </a:solidFill>
          <a:tailEnd type="triangle"/>
        </a:ln>
      </a:spPr>
      <a:bodyPr/>
      <a:lstStyle/>
      <a:style>
        <a:lnRef idx="3">
          <a:schemeClr val="accent2"/>
        </a:lnRef>
        <a:fillRef idx="0">
          <a:schemeClr val="accent2"/>
        </a:fillRef>
        <a:effectRef idx="2">
          <a:schemeClr val="accent2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746</Words>
  <Application>Microsoft Office PowerPoint</Application>
  <PresentationFormat>와이드스크린</PresentationFormat>
  <Paragraphs>315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조선일보명조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JangHoon</dc:creator>
  <cp:lastModifiedBy>JangHoon</cp:lastModifiedBy>
  <cp:revision>78</cp:revision>
  <dcterms:created xsi:type="dcterms:W3CDTF">2025-03-20T04:50:14Z</dcterms:created>
  <dcterms:modified xsi:type="dcterms:W3CDTF">2025-03-20T06:23:44Z</dcterms:modified>
</cp:coreProperties>
</file>